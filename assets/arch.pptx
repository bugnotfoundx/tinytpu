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476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DDA96E-A858-24EF-546E-CAB7D31B1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2DF21A5-2508-A347-F4EF-CBF38AF296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C8AEC2-FCB3-C73B-7AAF-0B11C5F80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3D58A-7898-4694-8BE2-DD0087436A1F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05CCF6-FF23-D7A0-3A7D-781EFDB99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50CBF2-2EC4-D616-EC9C-FA03AC410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A8BE4-26CC-492D-A378-35036C37B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992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BDD01F-8935-7166-604F-56CBCC759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A8C814-68A5-D6A8-CA63-6E0117C4E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2440D8-2462-570A-43B3-F69748B17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3D58A-7898-4694-8BE2-DD0087436A1F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2C60FC-5CDD-EFFC-197A-42E9AEEE2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CBCDEE-16FC-C5A4-C151-25F95D674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A8BE4-26CC-492D-A378-35036C37B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18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399C61-904A-E6F3-2C38-98FE87DD2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BA2102-98F8-5CB0-EE9E-711AFA389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4B9E7E-3329-905D-AB47-47B1CB87C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3D58A-7898-4694-8BE2-DD0087436A1F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1F77FD-D8CB-3A0D-214C-F0385B4B2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F1F3F7-873F-0841-F306-50582432B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A8BE4-26CC-492D-A378-35036C37B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918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55B7BA-6D5D-B626-3D7B-A41109966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ABCCE0-1E0F-3A54-DD3B-4120DAF84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D3EE63-2080-C051-D57F-833004ADD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7E7997-0D7D-FA36-7AD4-C8FC166A7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3D58A-7898-4694-8BE2-DD0087436A1F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D709C5-8DD9-E4F7-E56B-A2221362A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2533D6-4E72-A7D0-78C4-FBFB5B1FE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A8BE4-26CC-492D-A378-35036C37B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612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9905D7-6579-8CE0-C1E5-324F2F22D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B00238-8BC3-9930-AE47-7E5911BC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C54865-4A10-5504-58DB-8AB731A30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05755BA-907E-B9F4-7DEA-6BCE27E0B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21423EA-C601-22A5-3D52-8D30B2007C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A1AA6C-C5F0-1B3C-5184-0D95A9250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3D58A-7898-4694-8BE2-DD0087436A1F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3AA1631-73E0-D20E-2DF6-38D743463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486FCA-B44D-16C4-AEEC-33C33E71A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A8BE4-26CC-492D-A378-35036C37B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454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2EB01-CB58-6705-1304-2A8B82C56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49B202-1AEF-4441-19E0-54961646E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3D58A-7898-4694-8BE2-DD0087436A1F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C21602-8330-6A37-75A4-E72739ED5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530128-3581-F4A1-307F-E2466A16E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A8BE4-26CC-492D-A378-35036C37B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63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AC3C2D8-A877-DAD4-7B05-D4E1CAE80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3D58A-7898-4694-8BE2-DD0087436A1F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2FA12E0-7D10-DA52-2BB3-6DAA1D175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BEDA72-57E4-5427-49FB-DD2FDC718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A8BE4-26CC-492D-A378-35036C37B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454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8F732B-C9DB-EF81-569D-2ADAEAAF3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24B34D-CE01-0D35-C42B-B844480E8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B7F2B9-3755-D028-40D0-B088EF274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4F00AB-66AF-C8E7-F58A-CFA471A26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3D58A-7898-4694-8BE2-DD0087436A1F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D2A201-5B4C-2BF3-A027-6E773C6F6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61318B-5838-A6E7-B45B-FE91F5DDD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A8BE4-26CC-492D-A378-35036C37B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105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5F62FE-EE6E-9A0E-E08B-2E5081902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4FB0E29-4D38-E75E-967C-34F6ECCA21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44DF90-6113-95B3-E574-5CC7BB437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4E80FB-9BD3-8DBB-DDB9-002B34C45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3D58A-7898-4694-8BE2-DD0087436A1F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6BDDD1-1F6E-8685-7CBB-68A881901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786906-EF90-B9CA-B9FD-2D8CD4EE0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A8BE4-26CC-492D-A378-35036C37B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981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2697E7-501D-0D3F-E99B-ADCF0F4C2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B5115F8-1AA1-D359-D93E-614C6F042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F1C13E-98CC-E76D-096E-20771F719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3D58A-7898-4694-8BE2-DD0087436A1F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1126D3-2FC4-9A6E-47FE-506D2B3C3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300F27-D9C7-42D5-F66B-3B6DB25C1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A8BE4-26CC-492D-A378-35036C37B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047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539DEBE-439F-E48A-3BBA-F2186E4063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E93471-7566-8889-4E8D-5079562079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2947B3-29BB-4F0E-8309-297FA8882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3D58A-7898-4694-8BE2-DD0087436A1F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4FA92E-A425-8452-5346-AAF577996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55EDC4-ABA6-0ACB-E5D4-40C465FC0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A8BE4-26CC-492D-A378-35036C37B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105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59753C2-EB84-FB4B-D0DD-B04982C33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219ACF-B2C9-B7E0-E4C1-5A2D8594C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C8C751-08CD-43BB-DEC8-171614441A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3D58A-7898-4694-8BE2-DD0087436A1F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56128A-B632-2FB3-5983-705BE99F2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46924B-D4C7-8EB5-6DA7-4B2F8ACCB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5A8BE4-26CC-492D-A378-35036C37B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540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E033AA48-10F6-1DD8-8E35-C78D0AB22E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TinyTPU</a:t>
            </a:r>
            <a:endParaRPr lang="en-US" dirty="0"/>
          </a:p>
        </p:txBody>
      </p:sp>
      <p:sp>
        <p:nvSpPr>
          <p:cNvPr id="8" name="副标题 7">
            <a:extLst>
              <a:ext uri="{FF2B5EF4-FFF2-40B4-BE49-F238E27FC236}">
                <a16:creationId xmlns:a16="http://schemas.microsoft.com/office/drawing/2014/main" id="{0532EA28-3772-694E-DBCC-5A71358AFB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智能计算体系结构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179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矩形 181">
            <a:extLst>
              <a:ext uri="{FF2B5EF4-FFF2-40B4-BE49-F238E27FC236}">
                <a16:creationId xmlns:a16="http://schemas.microsoft.com/office/drawing/2014/main" id="{212D5CF0-217A-7C27-C9C6-5F567B5EA4FA}"/>
              </a:ext>
            </a:extLst>
          </p:cNvPr>
          <p:cNvSpPr/>
          <p:nvPr/>
        </p:nvSpPr>
        <p:spPr>
          <a:xfrm>
            <a:off x="7671694" y="2103569"/>
            <a:ext cx="3533538" cy="273510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507583E-0377-923D-F79E-E63BBBC0D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Architecture</a:t>
            </a:r>
            <a:endParaRPr lang="en-US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664EB9C-88DD-49B1-D813-2DD077EA5DC4}"/>
              </a:ext>
            </a:extLst>
          </p:cNvPr>
          <p:cNvSpPr/>
          <p:nvPr/>
        </p:nvSpPr>
        <p:spPr>
          <a:xfrm>
            <a:off x="2502807" y="2388352"/>
            <a:ext cx="2419350" cy="2181268"/>
          </a:xfrm>
          <a:prstGeom prst="roundRect">
            <a:avLst>
              <a:gd name="adj" fmla="val 819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02DD49-7B6F-7646-520C-89EFB4AC76F5}"/>
              </a:ext>
            </a:extLst>
          </p:cNvPr>
          <p:cNvSpPr txBox="1"/>
          <p:nvPr/>
        </p:nvSpPr>
        <p:spPr>
          <a:xfrm>
            <a:off x="2680244" y="2520106"/>
            <a:ext cx="1514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Tokenizer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37E7A1-4EFD-221F-F28F-42422260346A}"/>
              </a:ext>
            </a:extLst>
          </p:cNvPr>
          <p:cNvSpPr txBox="1"/>
          <p:nvPr/>
        </p:nvSpPr>
        <p:spPr>
          <a:xfrm>
            <a:off x="2530557" y="3035647"/>
            <a:ext cx="1813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NonLinear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Ops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D36DCC-E92B-9643-0805-6C12E9D279AE}"/>
              </a:ext>
            </a:extLst>
          </p:cNvPr>
          <p:cNvSpPr txBox="1"/>
          <p:nvPr/>
        </p:nvSpPr>
        <p:spPr>
          <a:xfrm>
            <a:off x="2680244" y="3551189"/>
            <a:ext cx="1514475" cy="369332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Linear Ops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9733C7E-6BD6-4DB3-C830-DC54B0058E07}"/>
              </a:ext>
            </a:extLst>
          </p:cNvPr>
          <p:cNvCxnSpPr>
            <a:cxnSpLocks/>
          </p:cNvCxnSpPr>
          <p:nvPr/>
        </p:nvCxnSpPr>
        <p:spPr>
          <a:xfrm>
            <a:off x="4390126" y="2532757"/>
            <a:ext cx="0" cy="1469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26C61CFC-E503-3381-E354-3EDE31A2D887}"/>
              </a:ext>
            </a:extLst>
          </p:cNvPr>
          <p:cNvSpPr txBox="1"/>
          <p:nvPr/>
        </p:nvSpPr>
        <p:spPr>
          <a:xfrm rot="5400000">
            <a:off x="4013204" y="3115093"/>
            <a:ext cx="1266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minimind</a:t>
            </a:r>
            <a:endParaRPr lang="en-US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E9A6487-BA28-3ED7-A8B7-8B9F5E192BF8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3437482" y="3920521"/>
            <a:ext cx="0" cy="241098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364EB489-CDA4-783E-10DE-7E6C88F9D368}"/>
              </a:ext>
            </a:extLst>
          </p:cNvPr>
          <p:cNvSpPr txBox="1"/>
          <p:nvPr/>
        </p:nvSpPr>
        <p:spPr>
          <a:xfrm>
            <a:off x="2680244" y="4167155"/>
            <a:ext cx="1551675" cy="320004"/>
          </a:xfrm>
          <a:prstGeom prst="roundRect">
            <a:avLst>
              <a:gd name="adj" fmla="val 4235"/>
            </a:avLst>
          </a:prstGeom>
          <a:noFill/>
          <a:ln w="12700">
            <a:solidFill>
              <a:schemeClr val="accent5"/>
            </a:solidFill>
            <a:prstDash val="dash"/>
          </a:ln>
        </p:spPr>
        <p:txBody>
          <a:bodyPr wrap="square" lIns="45720" tIns="18288" rIns="45720" bIns="18288" rtlCol="0">
            <a:spAutoFit/>
          </a:bodyPr>
          <a:lstStyle>
            <a:defPPr>
              <a:defRPr lang="en-US"/>
            </a:defPPr>
            <a:lvl1pPr algn="r">
              <a:defRPr/>
            </a:lvl1pPr>
          </a:lstStyle>
          <a:p>
            <a:pPr algn="ctr"/>
            <a:r>
              <a:rPr lang="en-US" altLang="zh-CN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func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gemm</a:t>
            </a:r>
            <a:endParaRPr lang="en-US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71D8F61-CBFA-13BF-7EE7-E5BDBAFF49BB}"/>
              </a:ext>
            </a:extLst>
          </p:cNvPr>
          <p:cNvSpPr txBox="1"/>
          <p:nvPr/>
        </p:nvSpPr>
        <p:spPr>
          <a:xfrm>
            <a:off x="2630025" y="1966080"/>
            <a:ext cx="224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PS(ARM)</a:t>
            </a:r>
            <a:endParaRPr lang="en-US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91BA0C8-A25F-D1ED-E84D-427FF0B5088D}"/>
              </a:ext>
            </a:extLst>
          </p:cNvPr>
          <p:cNvSpPr/>
          <p:nvPr/>
        </p:nvSpPr>
        <p:spPr>
          <a:xfrm>
            <a:off x="2502807" y="5194343"/>
            <a:ext cx="1162050" cy="4464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DDR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7BB6119A-D1B7-F088-CAE5-E5F30B2485E1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3083832" y="4569620"/>
            <a:ext cx="0" cy="624723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椭圆 24">
            <a:extLst>
              <a:ext uri="{FF2B5EF4-FFF2-40B4-BE49-F238E27FC236}">
                <a16:creationId xmlns:a16="http://schemas.microsoft.com/office/drawing/2014/main" id="{658436CF-3CE9-22DF-DA53-EC262B382390}"/>
              </a:ext>
            </a:extLst>
          </p:cNvPr>
          <p:cNvSpPr/>
          <p:nvPr/>
        </p:nvSpPr>
        <p:spPr>
          <a:xfrm>
            <a:off x="4241824" y="4532591"/>
            <a:ext cx="80256" cy="7830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23A2E619-CD90-A600-B3BB-620ACE135F8E}"/>
              </a:ext>
            </a:extLst>
          </p:cNvPr>
          <p:cNvSpPr/>
          <p:nvPr/>
        </p:nvSpPr>
        <p:spPr>
          <a:xfrm>
            <a:off x="4394224" y="4532591"/>
            <a:ext cx="80256" cy="7830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87200F0-D8F1-9AD5-5FC1-A57C8F86EF68}"/>
              </a:ext>
            </a:extLst>
          </p:cNvPr>
          <p:cNvSpPr txBox="1"/>
          <p:nvPr/>
        </p:nvSpPr>
        <p:spPr>
          <a:xfrm>
            <a:off x="3299900" y="4575156"/>
            <a:ext cx="1162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HP port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9660510-29E0-710D-C432-49C64147995D}"/>
              </a:ext>
            </a:extLst>
          </p:cNvPr>
          <p:cNvSpPr/>
          <p:nvPr/>
        </p:nvSpPr>
        <p:spPr>
          <a:xfrm>
            <a:off x="6557512" y="3307889"/>
            <a:ext cx="722530" cy="11124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DMA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8CA6B19-A7DE-AA3B-798D-83D4184F18E5}"/>
              </a:ext>
            </a:extLst>
          </p:cNvPr>
          <p:cNvSpPr txBox="1"/>
          <p:nvPr/>
        </p:nvSpPr>
        <p:spPr>
          <a:xfrm>
            <a:off x="5110562" y="4112568"/>
            <a:ext cx="11647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AXI_Lite</a:t>
            </a:r>
            <a:endParaRPr lang="en-US" sz="1400" dirty="0">
              <a:solidFill>
                <a:schemeClr val="accent5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流程图: 手动输入 40">
            <a:extLst>
              <a:ext uri="{FF2B5EF4-FFF2-40B4-BE49-F238E27FC236}">
                <a16:creationId xmlns:a16="http://schemas.microsoft.com/office/drawing/2014/main" id="{F2EDF3C0-D4D6-3645-14A6-A71480562D5F}"/>
              </a:ext>
            </a:extLst>
          </p:cNvPr>
          <p:cNvSpPr/>
          <p:nvPr/>
        </p:nvSpPr>
        <p:spPr>
          <a:xfrm rot="5400000">
            <a:off x="8843017" y="3684578"/>
            <a:ext cx="1095378" cy="283072"/>
          </a:xfrm>
          <a:prstGeom prst="flowChartManualInp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2" name="流程图: 手动输入 41">
            <a:extLst>
              <a:ext uri="{FF2B5EF4-FFF2-40B4-BE49-F238E27FC236}">
                <a16:creationId xmlns:a16="http://schemas.microsoft.com/office/drawing/2014/main" id="{B70673B7-6F22-0E8B-E604-64425EE4D064}"/>
              </a:ext>
            </a:extLst>
          </p:cNvPr>
          <p:cNvSpPr/>
          <p:nvPr/>
        </p:nvSpPr>
        <p:spPr>
          <a:xfrm rot="10800000" flipH="1">
            <a:off x="9643325" y="2850876"/>
            <a:ext cx="1333500" cy="283072"/>
          </a:xfrm>
          <a:prstGeom prst="flowChartManualInp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DD5878C-7AF3-DA4E-A27E-7A60B8BDA299}"/>
              </a:ext>
            </a:extLst>
          </p:cNvPr>
          <p:cNvSpPr txBox="1"/>
          <p:nvPr/>
        </p:nvSpPr>
        <p:spPr>
          <a:xfrm rot="16200000">
            <a:off x="8981965" y="3706508"/>
            <a:ext cx="76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Align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4E4D5743-466B-4A9D-FDA5-A0B3731B0A6A}"/>
              </a:ext>
            </a:extLst>
          </p:cNvPr>
          <p:cNvSpPr txBox="1"/>
          <p:nvPr/>
        </p:nvSpPr>
        <p:spPr>
          <a:xfrm>
            <a:off x="9929075" y="2808663"/>
            <a:ext cx="76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Align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6A52273-328E-6FC0-5850-2B14BB56BD2B}"/>
              </a:ext>
            </a:extLst>
          </p:cNvPr>
          <p:cNvSpPr/>
          <p:nvPr/>
        </p:nvSpPr>
        <p:spPr>
          <a:xfrm>
            <a:off x="7863841" y="2302112"/>
            <a:ext cx="1393087" cy="7406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GEMM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CTRL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0013E77-2878-F1F0-B1D7-4143A8CB858D}"/>
              </a:ext>
            </a:extLst>
          </p:cNvPr>
          <p:cNvSpPr/>
          <p:nvPr/>
        </p:nvSpPr>
        <p:spPr>
          <a:xfrm>
            <a:off x="9762013" y="3329146"/>
            <a:ext cx="182880" cy="182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F3ECB65-069F-ECB2-3F33-D307AF4B97D2}"/>
              </a:ext>
            </a:extLst>
          </p:cNvPr>
          <p:cNvSpPr/>
          <p:nvPr/>
        </p:nvSpPr>
        <p:spPr>
          <a:xfrm>
            <a:off x="9762013" y="3651621"/>
            <a:ext cx="182880" cy="182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44B4EF4-0989-FBAE-D048-3E0E38CBD2FB}"/>
              </a:ext>
            </a:extLst>
          </p:cNvPr>
          <p:cNvSpPr/>
          <p:nvPr/>
        </p:nvSpPr>
        <p:spPr>
          <a:xfrm>
            <a:off x="9763804" y="4146981"/>
            <a:ext cx="182880" cy="182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806E896-7FDA-1B84-7B4B-8FD78A1B870E}"/>
              </a:ext>
            </a:extLst>
          </p:cNvPr>
          <p:cNvSpPr/>
          <p:nvPr/>
        </p:nvSpPr>
        <p:spPr>
          <a:xfrm>
            <a:off x="10178246" y="4144307"/>
            <a:ext cx="182880" cy="182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DABF385-B34D-862A-2346-7B71F375087E}"/>
              </a:ext>
            </a:extLst>
          </p:cNvPr>
          <p:cNvSpPr/>
          <p:nvPr/>
        </p:nvSpPr>
        <p:spPr>
          <a:xfrm>
            <a:off x="10788548" y="4144307"/>
            <a:ext cx="182880" cy="182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AFF4FBC-90B5-52E9-2818-D5EC727A06CD}"/>
              </a:ext>
            </a:extLst>
          </p:cNvPr>
          <p:cNvSpPr/>
          <p:nvPr/>
        </p:nvSpPr>
        <p:spPr>
          <a:xfrm>
            <a:off x="10174664" y="3658468"/>
            <a:ext cx="182880" cy="182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162796A-E723-2F07-98C0-22CD650B3639}"/>
              </a:ext>
            </a:extLst>
          </p:cNvPr>
          <p:cNvSpPr/>
          <p:nvPr/>
        </p:nvSpPr>
        <p:spPr>
          <a:xfrm>
            <a:off x="10174664" y="3323984"/>
            <a:ext cx="182880" cy="182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0CD0962-903A-C57E-585C-5DED636A5971}"/>
              </a:ext>
            </a:extLst>
          </p:cNvPr>
          <p:cNvSpPr/>
          <p:nvPr/>
        </p:nvSpPr>
        <p:spPr>
          <a:xfrm>
            <a:off x="10788548" y="3318250"/>
            <a:ext cx="182880" cy="182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103D22C4-47E0-011E-923D-7DC2556BF0DC}"/>
              </a:ext>
            </a:extLst>
          </p:cNvPr>
          <p:cNvSpPr/>
          <p:nvPr/>
        </p:nvSpPr>
        <p:spPr>
          <a:xfrm>
            <a:off x="10788548" y="3656991"/>
            <a:ext cx="182880" cy="182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880F47D-1633-B94E-5CE0-1076B4D0CEB2}"/>
              </a:ext>
            </a:extLst>
          </p:cNvPr>
          <p:cNvSpPr txBox="1"/>
          <p:nvPr/>
        </p:nvSpPr>
        <p:spPr>
          <a:xfrm>
            <a:off x="10473961" y="3191634"/>
            <a:ext cx="217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E53E839-50C0-0CB3-AE36-E923B9820499}"/>
              </a:ext>
            </a:extLst>
          </p:cNvPr>
          <p:cNvSpPr txBox="1"/>
          <p:nvPr/>
        </p:nvSpPr>
        <p:spPr>
          <a:xfrm>
            <a:off x="10464489" y="3494785"/>
            <a:ext cx="217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82F32CF-F640-83C0-735C-37492275AE48}"/>
              </a:ext>
            </a:extLst>
          </p:cNvPr>
          <p:cNvSpPr txBox="1"/>
          <p:nvPr/>
        </p:nvSpPr>
        <p:spPr>
          <a:xfrm rot="1812980">
            <a:off x="10506212" y="3768568"/>
            <a:ext cx="217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8258582-57B8-9206-A4ED-9FC3FF6225E8}"/>
              </a:ext>
            </a:extLst>
          </p:cNvPr>
          <p:cNvSpPr txBox="1"/>
          <p:nvPr/>
        </p:nvSpPr>
        <p:spPr>
          <a:xfrm>
            <a:off x="10484131" y="4006165"/>
            <a:ext cx="217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3BD38729-C53B-8494-5188-9E9FFE6F4C4F}"/>
              </a:ext>
            </a:extLst>
          </p:cNvPr>
          <p:cNvCxnSpPr>
            <a:cxnSpLocks/>
          </p:cNvCxnSpPr>
          <p:nvPr/>
        </p:nvCxnSpPr>
        <p:spPr>
          <a:xfrm>
            <a:off x="9853453" y="3093046"/>
            <a:ext cx="0" cy="2313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39C1EA27-2A47-E15D-E5D0-2A6115A9179C}"/>
              </a:ext>
            </a:extLst>
          </p:cNvPr>
          <p:cNvCxnSpPr>
            <a:cxnSpLocks/>
          </p:cNvCxnSpPr>
          <p:nvPr/>
        </p:nvCxnSpPr>
        <p:spPr>
          <a:xfrm>
            <a:off x="10266104" y="3103639"/>
            <a:ext cx="0" cy="228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7E14A113-92D0-9CE3-8089-AC363B221BD3}"/>
              </a:ext>
            </a:extLst>
          </p:cNvPr>
          <p:cNvCxnSpPr/>
          <p:nvPr/>
        </p:nvCxnSpPr>
        <p:spPr>
          <a:xfrm>
            <a:off x="10879988" y="3134537"/>
            <a:ext cx="0" cy="182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2A447E32-77B1-E9C9-7EF5-6C6EF5DA54D2}"/>
              </a:ext>
            </a:extLst>
          </p:cNvPr>
          <p:cNvCxnSpPr>
            <a:cxnSpLocks/>
          </p:cNvCxnSpPr>
          <p:nvPr/>
        </p:nvCxnSpPr>
        <p:spPr>
          <a:xfrm flipH="1">
            <a:off x="9491235" y="3458745"/>
            <a:ext cx="2707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C0775F81-7972-9153-B68F-F1BA7E7B68A1}"/>
              </a:ext>
            </a:extLst>
          </p:cNvPr>
          <p:cNvCxnSpPr>
            <a:cxnSpLocks/>
          </p:cNvCxnSpPr>
          <p:nvPr/>
        </p:nvCxnSpPr>
        <p:spPr>
          <a:xfrm flipH="1">
            <a:off x="9503313" y="3766738"/>
            <a:ext cx="249228" cy="2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907CEA3C-8814-2D47-EEFD-ACA0AA38965D}"/>
              </a:ext>
            </a:extLst>
          </p:cNvPr>
          <p:cNvCxnSpPr>
            <a:cxnSpLocks/>
          </p:cNvCxnSpPr>
          <p:nvPr/>
        </p:nvCxnSpPr>
        <p:spPr>
          <a:xfrm flipH="1">
            <a:off x="9532242" y="4253507"/>
            <a:ext cx="2268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F8AA20E6-830D-287C-5608-C5A76789A26E}"/>
              </a:ext>
            </a:extLst>
          </p:cNvPr>
          <p:cNvCxnSpPr>
            <a:cxnSpLocks/>
          </p:cNvCxnSpPr>
          <p:nvPr/>
        </p:nvCxnSpPr>
        <p:spPr>
          <a:xfrm flipH="1">
            <a:off x="9491235" y="3405344"/>
            <a:ext cx="270777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FEBA51A2-CB51-2F38-2AA2-C58F2D5B15F5}"/>
              </a:ext>
            </a:extLst>
          </p:cNvPr>
          <p:cNvCxnSpPr>
            <a:cxnSpLocks/>
          </p:cNvCxnSpPr>
          <p:nvPr/>
        </p:nvCxnSpPr>
        <p:spPr>
          <a:xfrm flipH="1">
            <a:off x="9502010" y="3706157"/>
            <a:ext cx="270777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A773D070-F46E-44EC-0C59-F904A0A37DB6}"/>
              </a:ext>
            </a:extLst>
          </p:cNvPr>
          <p:cNvCxnSpPr>
            <a:cxnSpLocks/>
          </p:cNvCxnSpPr>
          <p:nvPr/>
        </p:nvCxnSpPr>
        <p:spPr>
          <a:xfrm flipH="1" flipV="1">
            <a:off x="9543017" y="4189565"/>
            <a:ext cx="229770" cy="387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A0E341F1-5BB1-5900-466F-4764E5AE1964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9853453" y="3498811"/>
            <a:ext cx="0" cy="152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D353CFE9-3BB8-2668-C37F-9C9D6A8636A6}"/>
              </a:ext>
            </a:extLst>
          </p:cNvPr>
          <p:cNvCxnSpPr>
            <a:cxnSpLocks/>
          </p:cNvCxnSpPr>
          <p:nvPr/>
        </p:nvCxnSpPr>
        <p:spPr>
          <a:xfrm>
            <a:off x="9853453" y="3841348"/>
            <a:ext cx="0" cy="152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3D909D8D-9A9F-040C-74F8-39EAEE18B16A}"/>
              </a:ext>
            </a:extLst>
          </p:cNvPr>
          <p:cNvCxnSpPr>
            <a:cxnSpLocks/>
          </p:cNvCxnSpPr>
          <p:nvPr/>
        </p:nvCxnSpPr>
        <p:spPr>
          <a:xfrm>
            <a:off x="10266104" y="3506864"/>
            <a:ext cx="0" cy="152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87227551-F891-B4E1-BB06-0315830C8A58}"/>
              </a:ext>
            </a:extLst>
          </p:cNvPr>
          <p:cNvCxnSpPr>
            <a:cxnSpLocks/>
          </p:cNvCxnSpPr>
          <p:nvPr/>
        </p:nvCxnSpPr>
        <p:spPr>
          <a:xfrm>
            <a:off x="10266104" y="3841348"/>
            <a:ext cx="0" cy="152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35216720-BBAF-148F-7457-3FAF7964DD77}"/>
              </a:ext>
            </a:extLst>
          </p:cNvPr>
          <p:cNvCxnSpPr>
            <a:cxnSpLocks/>
          </p:cNvCxnSpPr>
          <p:nvPr/>
        </p:nvCxnSpPr>
        <p:spPr>
          <a:xfrm>
            <a:off x="10879988" y="3506864"/>
            <a:ext cx="0" cy="152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669D9B0E-1004-2C37-52C5-01E1F46A6A90}"/>
              </a:ext>
            </a:extLst>
          </p:cNvPr>
          <p:cNvCxnSpPr>
            <a:cxnSpLocks/>
          </p:cNvCxnSpPr>
          <p:nvPr/>
        </p:nvCxnSpPr>
        <p:spPr>
          <a:xfrm>
            <a:off x="10879988" y="3841348"/>
            <a:ext cx="0" cy="152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2D045272-BAA9-83D0-F612-F53656E85022}"/>
              </a:ext>
            </a:extLst>
          </p:cNvPr>
          <p:cNvSpPr txBox="1"/>
          <p:nvPr/>
        </p:nvSpPr>
        <p:spPr>
          <a:xfrm rot="5400000">
            <a:off x="9880092" y="3720812"/>
            <a:ext cx="9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C2A64968-BB07-BBA4-A6A7-61062E932421}"/>
              </a:ext>
            </a:extLst>
          </p:cNvPr>
          <p:cNvSpPr txBox="1"/>
          <p:nvPr/>
        </p:nvSpPr>
        <p:spPr>
          <a:xfrm rot="5400000">
            <a:off x="10285888" y="3717243"/>
            <a:ext cx="9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4F8FD6FC-5572-A61B-6855-E435165BF7C4}"/>
              </a:ext>
            </a:extLst>
          </p:cNvPr>
          <p:cNvSpPr txBox="1"/>
          <p:nvPr/>
        </p:nvSpPr>
        <p:spPr>
          <a:xfrm rot="5400000">
            <a:off x="10914449" y="3717244"/>
            <a:ext cx="9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20F6CF6B-FD01-16AC-04D8-41EF99BB3252}"/>
              </a:ext>
            </a:extLst>
          </p:cNvPr>
          <p:cNvCxnSpPr>
            <a:cxnSpLocks/>
          </p:cNvCxnSpPr>
          <p:nvPr/>
        </p:nvCxnSpPr>
        <p:spPr>
          <a:xfrm flipH="1">
            <a:off x="9937837" y="4252861"/>
            <a:ext cx="2268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8C175423-D3DC-FFA3-7BBD-CD71B0D18B94}"/>
              </a:ext>
            </a:extLst>
          </p:cNvPr>
          <p:cNvCxnSpPr>
            <a:cxnSpLocks/>
          </p:cNvCxnSpPr>
          <p:nvPr/>
        </p:nvCxnSpPr>
        <p:spPr>
          <a:xfrm flipH="1" flipV="1">
            <a:off x="9948612" y="4188919"/>
            <a:ext cx="229770" cy="387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6A71F59C-E9A0-7A13-78B0-F2B1C6A09873}"/>
              </a:ext>
            </a:extLst>
          </p:cNvPr>
          <p:cNvCxnSpPr>
            <a:cxnSpLocks/>
          </p:cNvCxnSpPr>
          <p:nvPr/>
        </p:nvCxnSpPr>
        <p:spPr>
          <a:xfrm flipH="1">
            <a:off x="9943858" y="3776486"/>
            <a:ext cx="2268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01944FAC-51C5-DA2A-B146-9F1851C0B08B}"/>
              </a:ext>
            </a:extLst>
          </p:cNvPr>
          <p:cNvCxnSpPr>
            <a:cxnSpLocks/>
          </p:cNvCxnSpPr>
          <p:nvPr/>
        </p:nvCxnSpPr>
        <p:spPr>
          <a:xfrm flipH="1" flipV="1">
            <a:off x="9954633" y="3712544"/>
            <a:ext cx="229770" cy="387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6320FC55-3745-D9AA-3B28-7F8EB838E610}"/>
              </a:ext>
            </a:extLst>
          </p:cNvPr>
          <p:cNvCxnSpPr>
            <a:cxnSpLocks/>
          </p:cNvCxnSpPr>
          <p:nvPr/>
        </p:nvCxnSpPr>
        <p:spPr>
          <a:xfrm flipH="1">
            <a:off x="9950096" y="3445617"/>
            <a:ext cx="2268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872CAFB7-C2FE-BB9E-992A-62689445ACC5}"/>
              </a:ext>
            </a:extLst>
          </p:cNvPr>
          <p:cNvCxnSpPr>
            <a:cxnSpLocks/>
          </p:cNvCxnSpPr>
          <p:nvPr/>
        </p:nvCxnSpPr>
        <p:spPr>
          <a:xfrm flipH="1" flipV="1">
            <a:off x="9960871" y="3381675"/>
            <a:ext cx="229770" cy="387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连接符: 曲线 97">
            <a:extLst>
              <a:ext uri="{FF2B5EF4-FFF2-40B4-BE49-F238E27FC236}">
                <a16:creationId xmlns:a16="http://schemas.microsoft.com/office/drawing/2014/main" id="{D9BBE650-A9D8-4FCF-830A-7CF90C534B4E}"/>
              </a:ext>
            </a:extLst>
          </p:cNvPr>
          <p:cNvCxnSpPr>
            <a:cxnSpLocks/>
            <a:stCxn id="14" idx="3"/>
            <a:endCxn id="29" idx="1"/>
          </p:cNvCxnSpPr>
          <p:nvPr/>
        </p:nvCxnSpPr>
        <p:spPr>
          <a:xfrm flipV="1">
            <a:off x="4231919" y="3864117"/>
            <a:ext cx="2325593" cy="463040"/>
          </a:xfrm>
          <a:prstGeom prst="curvedConnector3">
            <a:avLst>
              <a:gd name="adj1" fmla="val 50000"/>
            </a:avLst>
          </a:prstGeom>
          <a:noFill/>
          <a:ln w="12700">
            <a:solidFill>
              <a:schemeClr val="accent5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9" name="连接符: 曲线 98">
            <a:extLst>
              <a:ext uri="{FF2B5EF4-FFF2-40B4-BE49-F238E27FC236}">
                <a16:creationId xmlns:a16="http://schemas.microsoft.com/office/drawing/2014/main" id="{7E51D490-93A6-E009-EC03-F466FABEAEAF}"/>
              </a:ext>
            </a:extLst>
          </p:cNvPr>
          <p:cNvCxnSpPr>
            <a:cxnSpLocks/>
            <a:stCxn id="14" idx="3"/>
            <a:endCxn id="46" idx="1"/>
          </p:cNvCxnSpPr>
          <p:nvPr/>
        </p:nvCxnSpPr>
        <p:spPr>
          <a:xfrm flipV="1">
            <a:off x="4231919" y="2672413"/>
            <a:ext cx="3631922" cy="1654744"/>
          </a:xfrm>
          <a:prstGeom prst="curvedConnector3">
            <a:avLst>
              <a:gd name="adj1" fmla="val 38198"/>
            </a:avLst>
          </a:prstGeom>
          <a:noFill/>
          <a:ln w="12700">
            <a:solidFill>
              <a:schemeClr val="accent5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1756634F-1C40-B3B0-FB4A-3398D0238015}"/>
              </a:ext>
            </a:extLst>
          </p:cNvPr>
          <p:cNvCxnSpPr>
            <a:cxnSpLocks/>
          </p:cNvCxnSpPr>
          <p:nvPr/>
        </p:nvCxnSpPr>
        <p:spPr>
          <a:xfrm>
            <a:off x="4281952" y="4590256"/>
            <a:ext cx="0" cy="709614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矩形 111">
            <a:extLst>
              <a:ext uri="{FF2B5EF4-FFF2-40B4-BE49-F238E27FC236}">
                <a16:creationId xmlns:a16="http://schemas.microsoft.com/office/drawing/2014/main" id="{7AC92B1F-7324-9881-949A-2F4B8A85BA28}"/>
              </a:ext>
            </a:extLst>
          </p:cNvPr>
          <p:cNvSpPr/>
          <p:nvPr/>
        </p:nvSpPr>
        <p:spPr>
          <a:xfrm>
            <a:off x="7845038" y="3338021"/>
            <a:ext cx="1107980" cy="296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 Buffer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D039AA7B-5746-B88B-EC25-A27481B67CD5}"/>
              </a:ext>
            </a:extLst>
          </p:cNvPr>
          <p:cNvSpPr/>
          <p:nvPr/>
        </p:nvSpPr>
        <p:spPr>
          <a:xfrm>
            <a:off x="7845038" y="3980170"/>
            <a:ext cx="1107980" cy="296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 Buffer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B8721EF5-2C1B-CF92-E12C-426357046536}"/>
              </a:ext>
            </a:extLst>
          </p:cNvPr>
          <p:cNvSpPr/>
          <p:nvPr/>
        </p:nvSpPr>
        <p:spPr>
          <a:xfrm>
            <a:off x="9637927" y="2295568"/>
            <a:ext cx="1333500" cy="296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Buffer</a:t>
            </a:r>
          </a:p>
        </p:txBody>
      </p: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37914B98-AEC5-9718-0604-79A74C0C562C}"/>
              </a:ext>
            </a:extLst>
          </p:cNvPr>
          <p:cNvCxnSpPr>
            <a:stCxn id="112" idx="3"/>
          </p:cNvCxnSpPr>
          <p:nvPr/>
        </p:nvCxnSpPr>
        <p:spPr>
          <a:xfrm>
            <a:off x="8953018" y="3486488"/>
            <a:ext cx="29615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DFA23565-9E05-0024-7E9F-F91915A3EE45}"/>
              </a:ext>
            </a:extLst>
          </p:cNvPr>
          <p:cNvCxnSpPr/>
          <p:nvPr/>
        </p:nvCxnSpPr>
        <p:spPr>
          <a:xfrm>
            <a:off x="8953018" y="4138058"/>
            <a:ext cx="296152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左大括号 120">
            <a:extLst>
              <a:ext uri="{FF2B5EF4-FFF2-40B4-BE49-F238E27FC236}">
                <a16:creationId xmlns:a16="http://schemas.microsoft.com/office/drawing/2014/main" id="{715D76EC-8611-C8CC-8979-90AEEA41B4B3}"/>
              </a:ext>
            </a:extLst>
          </p:cNvPr>
          <p:cNvSpPr/>
          <p:nvPr/>
        </p:nvSpPr>
        <p:spPr>
          <a:xfrm rot="16200000">
            <a:off x="10307654" y="3853317"/>
            <a:ext cx="115191" cy="121235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EB3B1C58-15B2-ED28-1587-F124EF2ADA31}"/>
              </a:ext>
            </a:extLst>
          </p:cNvPr>
          <p:cNvSpPr txBox="1"/>
          <p:nvPr/>
        </p:nvSpPr>
        <p:spPr>
          <a:xfrm>
            <a:off x="9561269" y="4500117"/>
            <a:ext cx="1684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sz="1600" dirty="0"/>
              <a:t>16x16</a:t>
            </a:r>
            <a:r>
              <a:rPr lang="zh-CN" altLang="en-US" sz="1600" dirty="0"/>
              <a:t> </a:t>
            </a:r>
            <a:r>
              <a:rPr lang="en-US" altLang="zh-CN" sz="1600" dirty="0"/>
              <a:t>PE</a:t>
            </a:r>
            <a:endParaRPr lang="en-US" sz="1600" dirty="0"/>
          </a:p>
        </p:txBody>
      </p: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356AA9B4-8B25-AE14-380E-C93B4024F483}"/>
              </a:ext>
            </a:extLst>
          </p:cNvPr>
          <p:cNvCxnSpPr>
            <a:cxnSpLocks/>
            <a:stCxn id="114" idx="2"/>
            <a:endCxn id="45" idx="0"/>
          </p:cNvCxnSpPr>
          <p:nvPr/>
        </p:nvCxnSpPr>
        <p:spPr>
          <a:xfrm>
            <a:off x="10304677" y="2592501"/>
            <a:ext cx="0" cy="25603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7D1B549A-658F-B195-B38D-2C25052C2E82}"/>
              </a:ext>
            </a:extLst>
          </p:cNvPr>
          <p:cNvCxnSpPr/>
          <p:nvPr/>
        </p:nvCxnSpPr>
        <p:spPr>
          <a:xfrm>
            <a:off x="4434352" y="4605992"/>
            <a:ext cx="0" cy="56771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58150C84-9ED3-ACA6-2DFA-48ABC484B1F6}"/>
              </a:ext>
            </a:extLst>
          </p:cNvPr>
          <p:cNvCxnSpPr>
            <a:cxnSpLocks/>
          </p:cNvCxnSpPr>
          <p:nvPr/>
        </p:nvCxnSpPr>
        <p:spPr>
          <a:xfrm flipV="1">
            <a:off x="4434352" y="5160344"/>
            <a:ext cx="2418080" cy="668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3975EC84-1F24-91A9-6C5C-9384849521A6}"/>
              </a:ext>
            </a:extLst>
          </p:cNvPr>
          <p:cNvCxnSpPr>
            <a:cxnSpLocks/>
          </p:cNvCxnSpPr>
          <p:nvPr/>
        </p:nvCxnSpPr>
        <p:spPr>
          <a:xfrm>
            <a:off x="6852432" y="4420345"/>
            <a:ext cx="0" cy="753360"/>
          </a:xfrm>
          <a:prstGeom prst="line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32497B3F-8FAD-E42F-20C8-4BDA2A408DA8}"/>
              </a:ext>
            </a:extLst>
          </p:cNvPr>
          <p:cNvCxnSpPr>
            <a:cxnSpLocks/>
          </p:cNvCxnSpPr>
          <p:nvPr/>
        </p:nvCxnSpPr>
        <p:spPr>
          <a:xfrm flipV="1">
            <a:off x="4280852" y="5287160"/>
            <a:ext cx="2709937" cy="1288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C204A248-A254-508B-9DB7-ED9862823274}"/>
              </a:ext>
            </a:extLst>
          </p:cNvPr>
          <p:cNvCxnSpPr>
            <a:cxnSpLocks/>
          </p:cNvCxnSpPr>
          <p:nvPr/>
        </p:nvCxnSpPr>
        <p:spPr>
          <a:xfrm>
            <a:off x="6990789" y="4420345"/>
            <a:ext cx="0" cy="86681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文本框 166">
            <a:extLst>
              <a:ext uri="{FF2B5EF4-FFF2-40B4-BE49-F238E27FC236}">
                <a16:creationId xmlns:a16="http://schemas.microsoft.com/office/drawing/2014/main" id="{55206563-B078-1225-374D-0279C8A6DABB}"/>
              </a:ext>
            </a:extLst>
          </p:cNvPr>
          <p:cNvSpPr txBox="1"/>
          <p:nvPr/>
        </p:nvSpPr>
        <p:spPr>
          <a:xfrm>
            <a:off x="4595336" y="4852567"/>
            <a:ext cx="1547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(AXI_HP)MM2S</a:t>
            </a:r>
          </a:p>
        </p:txBody>
      </p:sp>
      <p:sp>
        <p:nvSpPr>
          <p:cNvPr id="168" name="文本框 167">
            <a:extLst>
              <a:ext uri="{FF2B5EF4-FFF2-40B4-BE49-F238E27FC236}">
                <a16:creationId xmlns:a16="http://schemas.microsoft.com/office/drawing/2014/main" id="{A3544813-E128-94CD-29B1-C026D348F837}"/>
              </a:ext>
            </a:extLst>
          </p:cNvPr>
          <p:cNvSpPr txBox="1"/>
          <p:nvPr/>
        </p:nvSpPr>
        <p:spPr>
          <a:xfrm>
            <a:off x="4580118" y="5332991"/>
            <a:ext cx="1547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(AXI_HP)S2MM</a:t>
            </a:r>
          </a:p>
        </p:txBody>
      </p:sp>
      <p:sp>
        <p:nvSpPr>
          <p:cNvPr id="175" name="矩形: 圆角 174">
            <a:extLst>
              <a:ext uri="{FF2B5EF4-FFF2-40B4-BE49-F238E27FC236}">
                <a16:creationId xmlns:a16="http://schemas.microsoft.com/office/drawing/2014/main" id="{E59B031A-10B8-7D83-888C-1271D6F47466}"/>
              </a:ext>
            </a:extLst>
          </p:cNvPr>
          <p:cNvSpPr/>
          <p:nvPr/>
        </p:nvSpPr>
        <p:spPr>
          <a:xfrm>
            <a:off x="6349270" y="1858180"/>
            <a:ext cx="5144088" cy="3141639"/>
          </a:xfrm>
          <a:prstGeom prst="roundRect">
            <a:avLst>
              <a:gd name="adj" fmla="val 509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76" name="直接箭头连接符 175">
            <a:extLst>
              <a:ext uri="{FF2B5EF4-FFF2-40B4-BE49-F238E27FC236}">
                <a16:creationId xmlns:a16="http://schemas.microsoft.com/office/drawing/2014/main" id="{1C34113D-6917-5A03-54D0-7E9B5B762182}"/>
              </a:ext>
            </a:extLst>
          </p:cNvPr>
          <p:cNvCxnSpPr>
            <a:cxnSpLocks/>
            <a:endCxn id="112" idx="1"/>
          </p:cNvCxnSpPr>
          <p:nvPr/>
        </p:nvCxnSpPr>
        <p:spPr>
          <a:xfrm flipV="1">
            <a:off x="7288203" y="3486488"/>
            <a:ext cx="55683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直接箭头连接符 180">
            <a:extLst>
              <a:ext uri="{FF2B5EF4-FFF2-40B4-BE49-F238E27FC236}">
                <a16:creationId xmlns:a16="http://schemas.microsoft.com/office/drawing/2014/main" id="{6B878CEE-531F-5818-A1FC-6517A324DEE8}"/>
              </a:ext>
            </a:extLst>
          </p:cNvPr>
          <p:cNvCxnSpPr>
            <a:cxnSpLocks/>
          </p:cNvCxnSpPr>
          <p:nvPr/>
        </p:nvCxnSpPr>
        <p:spPr>
          <a:xfrm flipV="1">
            <a:off x="7288203" y="4124487"/>
            <a:ext cx="556835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文本框 186">
            <a:extLst>
              <a:ext uri="{FF2B5EF4-FFF2-40B4-BE49-F238E27FC236}">
                <a16:creationId xmlns:a16="http://schemas.microsoft.com/office/drawing/2014/main" id="{3CBDD8C0-373F-C919-1E43-E459129DFF7F}"/>
              </a:ext>
            </a:extLst>
          </p:cNvPr>
          <p:cNvSpPr txBox="1"/>
          <p:nvPr/>
        </p:nvSpPr>
        <p:spPr>
          <a:xfrm>
            <a:off x="7790539" y="4459496"/>
            <a:ext cx="199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GEMM Engine</a:t>
            </a:r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68B28FDC-B5C8-E3FB-59C4-F880A47C04FB}"/>
              </a:ext>
            </a:extLst>
          </p:cNvPr>
          <p:cNvSpPr txBox="1"/>
          <p:nvPr/>
        </p:nvSpPr>
        <p:spPr>
          <a:xfrm>
            <a:off x="7977144" y="1419603"/>
            <a:ext cx="224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PL</a:t>
            </a:r>
            <a:endParaRPr lang="en-US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90" name="连接符: 肘形 189">
            <a:extLst>
              <a:ext uri="{FF2B5EF4-FFF2-40B4-BE49-F238E27FC236}">
                <a16:creationId xmlns:a16="http://schemas.microsoft.com/office/drawing/2014/main" id="{54C3B4E9-C1F8-2568-0EDB-7610B50904A5}"/>
              </a:ext>
            </a:extLst>
          </p:cNvPr>
          <p:cNvCxnSpPr>
            <a:stCxn id="29" idx="0"/>
            <a:endCxn id="114" idx="0"/>
          </p:cNvCxnSpPr>
          <p:nvPr/>
        </p:nvCxnSpPr>
        <p:spPr>
          <a:xfrm rot="5400000" flipH="1" flipV="1">
            <a:off x="8105567" y="1108779"/>
            <a:ext cx="1012321" cy="3385900"/>
          </a:xfrm>
          <a:prstGeom prst="bentConnector3">
            <a:avLst>
              <a:gd name="adj1" fmla="val 131050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文本框 213">
            <a:extLst>
              <a:ext uri="{FF2B5EF4-FFF2-40B4-BE49-F238E27FC236}">
                <a16:creationId xmlns:a16="http://schemas.microsoft.com/office/drawing/2014/main" id="{A1E69C26-205E-BAE4-A944-762DF7D5BEEA}"/>
              </a:ext>
            </a:extLst>
          </p:cNvPr>
          <p:cNvSpPr txBox="1"/>
          <p:nvPr/>
        </p:nvSpPr>
        <p:spPr>
          <a:xfrm>
            <a:off x="8293166" y="5156397"/>
            <a:ext cx="1712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dirty="0"/>
              <a:t>O = XW</a:t>
            </a:r>
          </a:p>
        </p:txBody>
      </p:sp>
    </p:spTree>
    <p:extLst>
      <p:ext uri="{BB962C8B-B14F-4D97-AF65-F5344CB8AC3E}">
        <p14:creationId xmlns:p14="http://schemas.microsoft.com/office/powerpoint/2010/main" val="4127072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07583E-0377-923D-F79E-E63BBBC0D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Instruction Set</a:t>
            </a:r>
            <a:endParaRPr lang="en-US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213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07583E-0377-923D-F79E-E63BBBC0D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Flow</a:t>
            </a:r>
          </a:p>
        </p:txBody>
      </p:sp>
    </p:spTree>
    <p:extLst>
      <p:ext uri="{BB962C8B-B14F-4D97-AF65-F5344CB8AC3E}">
        <p14:creationId xmlns:p14="http://schemas.microsoft.com/office/powerpoint/2010/main" val="2200170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07583E-0377-923D-F79E-E63BBBC0D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Problem</a:t>
            </a:r>
          </a:p>
        </p:txBody>
      </p:sp>
    </p:spTree>
    <p:extLst>
      <p:ext uri="{BB962C8B-B14F-4D97-AF65-F5344CB8AC3E}">
        <p14:creationId xmlns:p14="http://schemas.microsoft.com/office/powerpoint/2010/main" val="3839220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65</Words>
  <Application>Microsoft Office PowerPoint</Application>
  <PresentationFormat>宽屏</PresentationFormat>
  <Paragraphs>36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主题​​</vt:lpstr>
      <vt:lpstr>TinyTPU</vt:lpstr>
      <vt:lpstr>Architecture</vt:lpstr>
      <vt:lpstr>Instruction Set</vt:lpstr>
      <vt:lpstr>Flow</vt:lpstr>
      <vt:lpstr>Problem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天傲 代</dc:creator>
  <cp:lastModifiedBy>天傲 代</cp:lastModifiedBy>
  <cp:revision>171</cp:revision>
  <dcterms:created xsi:type="dcterms:W3CDTF">2026-08-20T04:21:08Z</dcterms:created>
  <dcterms:modified xsi:type="dcterms:W3CDTF">2026-08-20T14:07:10Z</dcterms:modified>
</cp:coreProperties>
</file>